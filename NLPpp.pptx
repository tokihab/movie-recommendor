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  <p:embeddedFont>
      <p:font typeface="Montserrat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9770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Natural Language Processing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34804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Authors: Toni Ihab, Hassan Mahmoud, Hussein Ibrahim, Ahmed Samah, Ahmed Samy, Ahmed Mohamed Shaaban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528518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Dr. Amr Nagy BNU, 2025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20646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Name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244096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Title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Classification of IMDB Movie Reviews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4741902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89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Techniques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89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vectorization and Machine Learning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97119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Abstract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00882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2326" y="3079194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preprocessing: cleaning, tokenization, lemmatization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392953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2326" y="399990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converts text to numerical features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485024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2326" y="492061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Models: Logistic Regression, Naive Bayes, SVM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77095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2326" y="584132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 achieves highest accuracy (~89.5%)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6758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3945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polarity classification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8170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IMDB dataset: 50,000 labeled reviews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23946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classification: positive vs. negative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43945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pipeline implementation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48170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classical ML over deep learning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523946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 models with precision, recall, F1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97119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00882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48726" y="3079194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50,000 reviews, balanced classes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4709" y="392953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8726" y="399990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review length ~150 words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4709" y="485024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8726" y="492061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Vocabulary reduced to ~20,000 tokens after cleaning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77095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8726" y="584132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Labels: positive or negative, no missing data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07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315" y="2682716"/>
            <a:ext cx="4627245" cy="57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Methodology</a:t>
            </a:r>
            <a:endParaRPr lang="en-US" sz="3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5" y="3524726"/>
            <a:ext cx="879158" cy="10550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58196" y="3700463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Exploration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758196" y="4095036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balance, word frequency, review length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" y="4579739"/>
            <a:ext cx="879158" cy="1055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58196" y="4755475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758196" y="5150048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Lowercase, clean, tokenize, remove stopwords, lemmatize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" y="5634752"/>
            <a:ext cx="879158" cy="1055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58196" y="5810488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758196" y="6205061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vectorization with unigrams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" y="6689765"/>
            <a:ext cx="879158" cy="1055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58196" y="6865501"/>
            <a:ext cx="231362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Training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758196" y="7260074"/>
            <a:ext cx="1225688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Regression, Naive Bayes, SVM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17146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Experiment Results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209092"/>
            <a:ext cx="7627382" cy="2848928"/>
          </a:xfrm>
          <a:prstGeom prst="roundRect">
            <a:avLst>
              <a:gd name="adj" fmla="val 114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5929" y="3216712"/>
            <a:ext cx="7611308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83575" y="3354229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24131" y="3354229"/>
            <a:ext cx="20959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60877" y="3354229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5929" y="3838456"/>
            <a:ext cx="7611308" cy="9684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83575" y="3975973"/>
            <a:ext cx="20997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524131" y="3975973"/>
            <a:ext cx="20959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88.0%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060877" y="3975973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0.88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5929" y="4806910"/>
            <a:ext cx="7611308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83575" y="4944428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Naive Bayes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524131" y="4944428"/>
            <a:ext cx="20959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85.0%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060877" y="4944428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0.85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65929" y="5428655"/>
            <a:ext cx="7611308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83575" y="5566172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524131" y="5566172"/>
            <a:ext cx="20959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89.5%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060877" y="5566172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0.89-0.90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507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Visuals &amp; GUI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681049"/>
            <a:ext cx="3210758" cy="40133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39816" y="26810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Word Cloud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239816" y="3167182"/>
            <a:ext cx="29400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frequent words in reviews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574" y="2681049"/>
            <a:ext cx="3210758" cy="40133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32081" y="268104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GUI Showcase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932081" y="3167182"/>
            <a:ext cx="29400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Movie Review Analyzer &amp; Recommender interface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10777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Discussion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14540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2326" y="521577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learned intuitive sentiment features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450574" y="514540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54591" y="521577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from mixed sentiment, sarcasm, negation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606611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2326" y="6136481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 slightly better margin robustness than Logistic Regression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50574" y="6066115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4591" y="613648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Naive Bayes fastest but less accurate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97119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00882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2326" y="3079194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Effective NLP pipeline with classical ML models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392953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2326" y="399990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 achieved highest accuracy (~89%)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485024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2326" y="492061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Proper preprocessing and TF-IDF critical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5770959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2326" y="584132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matrices revealed error types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3798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083957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944791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Appreciation for collaboration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19" y="3083957"/>
            <a:ext cx="4190762" cy="25900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9819" y="5944791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dedicated team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329" y="3083957"/>
            <a:ext cx="4190762" cy="25900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1329" y="5944791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attention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2025-05-16T12:20:05Z</dcterms:created>
  <dcterms:modified xsi:type="dcterms:W3CDTF">2025-05-16T12:20:05Z</dcterms:modified>
</cp:coreProperties>
</file>